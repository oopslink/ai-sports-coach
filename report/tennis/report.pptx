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image" Target="../media/image-3-12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opslink/works/codes/oopslink/ai-sports-coach/output/tennis/annotated/frame_005.jp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6A2D">
              <a:alpha val="65000"/>
            </a:srgbClr>
          </a:solidFill>
          <a:ln w="12700">
            <a:solidFill>
              <a:srgbClr val="2D6A2D">
                <a:alpha val="6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572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A825"/>
                </a:solidFill>
              </a:rPr>
              <a:t>网球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教练技术分析报告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93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6C9"/>
                </a:solidFill>
              </a:rPr>
              <a:t>逐帧标注 · 问题深度剖析 · 专项训练方案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</a:rPr>
              <a:t>分析日期：</a:t>
            </a:r>
            <a:pPr indent="0" marL="0">
              <a:buNone/>
            </a:pPr>
            <a:r>
              <a:rPr lang="en-US" sz="1250" dirty="0">
                <a:solidFill>
                  <a:srgbClr val="C8E6C9"/>
                </a:solidFill>
              </a:rPr>
              <a:t>2026-03-19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</a:rPr>
              <a:t>视频文件：</a:t>
            </a:r>
            <a:pPr indent="0" marL="0">
              <a:buNone/>
            </a:pPr>
            <a:r>
              <a:rPr lang="en-US" sz="1250" dirty="0">
                <a:solidFill>
                  <a:srgbClr val="C8E6C9"/>
                </a:solidFill>
              </a:rPr>
              <a:t>tennis.mp4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</a:rPr>
              <a:t>综合评分：</a:t>
            </a:r>
            <a:pPr indent="0" marL="0">
              <a:buNone/>
            </a:pPr>
            <a:r>
              <a:rPr lang="en-US" sz="1250" dirty="0">
                <a:solidFill>
                  <a:srgbClr val="C8E6C9"/>
                </a:solidFill>
              </a:rPr>
              <a:t>7 / 10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</a:rPr>
              <a:t>发现问题：</a:t>
            </a:r>
            <a:pPr indent="0" marL="0">
              <a:buNone/>
            </a:pPr>
            <a:r>
              <a:rPr lang="en-US" sz="1250" dirty="0">
                <a:solidFill>
                  <a:srgbClr val="C8E6C9"/>
                </a:solidFill>
              </a:rPr>
              <a:t>引拍过晚 · 击球点偏差 · 随挥不足 · 站姿不合理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965192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Sports Coach · 网球技术分析系统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综合技术评分总览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77640" y="960120"/>
            <a:ext cx="1188720" cy="118872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005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977640" y="1618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综合评分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击球技术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27889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2788920"/>
            <a:ext cx="1645920" cy="3200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6974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000"/>
                </a:solidFill>
              </a:rPr>
              <a:t>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步法移动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7889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788920"/>
            <a:ext cx="1645920" cy="3200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288" y="26974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000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身体旋转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34747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3474720"/>
            <a:ext cx="1645920" cy="3200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3832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000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击球节奏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4747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474720"/>
            <a:ext cx="1920240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33832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76D2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体能分配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65960" y="41605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4160520"/>
            <a:ext cx="1920240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40690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76D2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战术执行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160520"/>
            <a:ext cx="2743200" cy="3200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4160520"/>
            <a:ext cx="1920240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2288" y="40690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76D2"/>
                </a:solidFill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🟡 橙色需提升　🔵 蓝色已达标　🔴 红色重点改进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全程关键帧总览（红框 = 问题帧）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1371600" cy="1024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2029968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F01</a:t>
            </a:r>
            <a:endParaRPr lang="en-US" sz="1000" dirty="0"/>
          </a:p>
        </p:txBody>
      </p:sp>
      <p:pic>
        <p:nvPicPr>
          <p:cNvPr id="9" name="Image 1" descr="/Users/oopslink/works/codes/oopslink/ai-sports-coach/output/tennis/annotated/frame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05840"/>
            <a:ext cx="137160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9164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691640" y="2029968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9164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F02</a:t>
            </a:r>
            <a:endParaRPr lang="en-US" sz="1000" dirty="0"/>
          </a:p>
        </p:txBody>
      </p:sp>
      <p:pic>
        <p:nvPicPr>
          <p:cNvPr id="13" name="Image 2" descr="/Users/oopslink/works/codes/oopslink/ai-sports-coach/output/tennis/annotated/frame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005840"/>
            <a:ext cx="137160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15468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54680" y="2029968"/>
            <a:ext cx="1371600" cy="2468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15468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F03 ⚠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15468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</a:rPr>
              <a:t>引拍过晚</a:t>
            </a:r>
            <a:endParaRPr lang="en-US" sz="900" dirty="0"/>
          </a:p>
        </p:txBody>
      </p:sp>
      <p:pic>
        <p:nvPicPr>
          <p:cNvPr id="18" name="Image 3" descr="/Users/oopslink/works/codes/oopslink/ai-sports-coach/output/tennis/annotated/frame_0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05840"/>
            <a:ext cx="1371600" cy="102412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1772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617720" y="2029968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61772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F04</a:t>
            </a:r>
            <a:endParaRPr lang="en-US" sz="1000" dirty="0"/>
          </a:p>
        </p:txBody>
      </p:sp>
      <p:pic>
        <p:nvPicPr>
          <p:cNvPr id="22" name="Image 4" descr="/Users/oopslink/works/codes/oopslink/ai-sports-coach/output/tennis/annotated/frame_0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005840"/>
            <a:ext cx="1371600" cy="102412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08076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080760" y="2029968"/>
            <a:ext cx="1371600" cy="2468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08076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F05 ⚠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08076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</a:rPr>
              <a:t>击球点↗</a:t>
            </a:r>
            <a:endParaRPr lang="en-US" sz="900" dirty="0"/>
          </a:p>
        </p:txBody>
      </p:sp>
      <p:pic>
        <p:nvPicPr>
          <p:cNvPr id="27" name="Image 5" descr="/Users/oopslink/works/codes/oopslink/ai-sports-coach/output/tennis/annotated/frame_0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005840"/>
            <a:ext cx="1371600" cy="102412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543800" y="1005840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543800" y="2029968"/>
            <a:ext cx="1371600" cy="2468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54380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F06 ⚠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754380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</a:rPr>
              <a:t>随挥不足</a:t>
            </a:r>
            <a:endParaRPr lang="en-US" sz="900" dirty="0"/>
          </a:p>
        </p:txBody>
      </p:sp>
      <p:pic>
        <p:nvPicPr>
          <p:cNvPr id="32" name="Image 6" descr="/Users/oopslink/works/codes/oopslink/ai-sports-coach/output/tennis/annotated/frame_00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670048"/>
            <a:ext cx="1371600" cy="1024128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22860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228600" y="3694176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22860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F07</a:t>
            </a:r>
            <a:endParaRPr lang="en-US" sz="1000" dirty="0"/>
          </a:p>
        </p:txBody>
      </p:sp>
      <p:pic>
        <p:nvPicPr>
          <p:cNvPr id="36" name="Image 7" descr="/Users/oopslink/works/codes/oopslink/ai-sports-coach/output/tennis/annotated/frame_00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40" y="2670048"/>
            <a:ext cx="1371600" cy="102412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169164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1691640" y="3694176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69164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F08</a:t>
            </a:r>
            <a:endParaRPr lang="en-US" sz="1000" dirty="0"/>
          </a:p>
        </p:txBody>
      </p:sp>
      <p:pic>
        <p:nvPicPr>
          <p:cNvPr id="40" name="Image 8" descr="/Users/oopslink/works/codes/oopslink/ai-sports-coach/output/tennis/annotated/frame_00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680" y="2670048"/>
            <a:ext cx="1371600" cy="1024128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315468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154680" y="3694176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315468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F09</a:t>
            </a:r>
            <a:endParaRPr lang="en-US" sz="1000" dirty="0"/>
          </a:p>
        </p:txBody>
      </p:sp>
      <p:pic>
        <p:nvPicPr>
          <p:cNvPr id="44" name="Image 9" descr="/Users/oopslink/works/codes/oopslink/ai-sports-coach/output/tennis/annotated/frame_01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2670048"/>
            <a:ext cx="1371600" cy="1024128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461772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4617720" y="3694176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461772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F10</a:t>
            </a:r>
            <a:endParaRPr lang="en-US" sz="1000" dirty="0"/>
          </a:p>
        </p:txBody>
      </p:sp>
      <p:pic>
        <p:nvPicPr>
          <p:cNvPr id="48" name="Image 10" descr="/Users/oopslink/works/codes/oopslink/ai-sports-coach/output/tennis/annotated/frame_011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2670048"/>
            <a:ext cx="1371600" cy="1024128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608076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6080760" y="3694176"/>
            <a:ext cx="1371600" cy="24688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608076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F11</a:t>
            </a:r>
            <a:endParaRPr lang="en-US" sz="1000" dirty="0"/>
          </a:p>
        </p:txBody>
      </p:sp>
      <p:pic>
        <p:nvPicPr>
          <p:cNvPr id="52" name="Image 11" descr="/Users/oopslink/works/codes/oopslink/ai-sports-coach/output/tennis/annotated/frame_01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2670048"/>
            <a:ext cx="1371600" cy="1024128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7543800" y="2670048"/>
            <a:ext cx="137160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7543800" y="3694176"/>
            <a:ext cx="1371600" cy="2468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5" name="Text 41"/>
          <p:cNvSpPr/>
          <p:nvPr/>
        </p:nvSpPr>
        <p:spPr>
          <a:xfrm>
            <a:off x="7543800" y="3694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F12 ⚠</a:t>
            </a:r>
            <a:endParaRPr lang="en-US" sz="1000" dirty="0"/>
          </a:p>
        </p:txBody>
      </p:sp>
      <p:sp>
        <p:nvSpPr>
          <p:cNvPr id="56" name="Text 42"/>
          <p:cNvSpPr/>
          <p:nvPr/>
        </p:nvSpPr>
        <p:spPr>
          <a:xfrm>
            <a:off x="754380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</a:rPr>
              <a:t>站姿错误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【击球技术问题深度分析】LATE BACKSWING — Frame 3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840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384048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Frame 03 — 引拍动作迟缓，步法被打乱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005840"/>
            <a:ext cx="4480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005840"/>
            <a:ext cx="54864" cy="153619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078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</a:rPr>
              <a:t>问题描述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44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对方击球时引拍尚未完成，回摆时机明显滞后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引拍迟缓导致步法跟进出现犹豫，节奏被打乱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2128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前脚落地有停顿感，整体动作链不够流畅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2596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被动引拍压缩击球准备时间，影响接触点质量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615184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615184"/>
            <a:ext cx="54864" cy="1298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688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正确动作要领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3054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判断来球落点瞬间（对方击球后）立即引拍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4381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拍头指向身体后方，与肩部齐平或略高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38221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引拍同时完成分步（split step），保持弹性预判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4206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引拍完成后静待球进入最佳击球区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977640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977640"/>
            <a:ext cx="54864" cy="10058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40507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2D"/>
                </a:solidFill>
              </a:rPr>
              <a:t>专项训练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4416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Shadow Swing：无球模拟判断→引拍流程，20次/组×3组/天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800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快节奏喂球：要求球弹起前完成引拍，30球/组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【击球技术问题深度分析】WRONG CONTACT — Frame 5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840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384048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Frame 05 — 拍面接触点偏后偏内，力量损失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005840"/>
            <a:ext cx="4480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005840"/>
            <a:ext cx="54864" cy="153619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078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</a:rPr>
              <a:t>问题描述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44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拍面与球接触位置偏离理想点，球路偏差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击球点偏后或偏内，手臂未充分伸展即接球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2128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接触点偏差直接降低拍面控制精度和力量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2596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击球时拍头未完全对准来球轨迹，旋转不稳定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615184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615184"/>
            <a:ext cx="54864" cy="1298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688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正确动作要领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3054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接触点在身体右前方约一臂伸展处（正手）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4381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球的高度控制在腰部至胸部之间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38221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接触瞬间手腕保持稳定，不过早释放腕力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4206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转髋同步完成，确保动力链传导到拍面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977640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977640"/>
            <a:ext cx="54864" cy="10058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40507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2D"/>
                </a:solidFill>
              </a:rPr>
              <a:t>专项训练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4416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定点击球桩训练：固定球位反复练习正确接触感，100次/天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800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镜前慢动作练习：观察接触点是否在身体正前方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【击球技术问题深度分析】NO FOLLOW-THROUGH — Frame 6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840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384048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Frame 06 — 击球后随挥提前停止，旋转不稳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005840"/>
            <a:ext cx="4480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005840"/>
            <a:ext cx="54864" cy="153619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078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</a:rPr>
              <a:t>问题描述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44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击球后拍子过早减速，随挥动作提前终止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未完成至非持拍手肩颈处的完整随挥弧线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2128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随挥不足导致旋转量不稳定，上旋球质量下降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2596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提前收拍在接触点前形成减速，实际降低击球力量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615184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615184"/>
            <a:ext cx="54864" cy="1298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688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正确动作要领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3054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击球后拍面沿击球方向继续向对角线上方推送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4381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最终收拍于非持拍手一侧肩颈位置（正手标准位）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38221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整个随挥过程保持手腕和前臂的自然内旋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4206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随挥结束后立即恢复备战姿势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977640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977640"/>
            <a:ext cx="54864" cy="10058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40507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2D"/>
                </a:solidFill>
              </a:rPr>
              <a:t>专项训练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4416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完整随挥慢速练习：降低击球速度，专注随挥到位，20球/组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800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随挥+复位连贯练习：完成随挥后立即滑步复位，15次/组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【步法问题深度分析】WRONG STANCE — Frame 12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840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384048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Frame 12 — 击球后未回中位，被动应招下一拍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005840"/>
            <a:ext cx="44805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005840"/>
            <a:ext cx="54864" cy="153619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1078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</a:rPr>
              <a:t>问题描述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44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击球完成后站姿未还原到备战中位，前脚落点欠佳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姿势偏向一侧，覆盖角度受限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2128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脚步未完成二次调整，不利于快速启动移动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2596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可能影响下一拍分步时机，形成连续被动局面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615184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615184"/>
            <a:ext cx="54864" cy="1298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688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正确动作要领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3054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每次击球完成随挥后立即完成 1-2 步中位复位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34381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备战站姿：双脚与肩同宽，重心微压前脚掌，双膝微屈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38221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保持在底线中心线附近，覆盖两角机会球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4206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非持拍手轻托拍喉，保持随时可引拍的预备状态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977640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977640"/>
            <a:ext cx="54864" cy="10058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40507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2D"/>
                </a:solidFill>
              </a:rPr>
              <a:t>专项训练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4416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击球-复位连续训练：每次击球后立刻 shuffle step 回中位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800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五点跑步法训练：底线五点快速移动，强化中位意识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亮点帧展示 — 技术执行正确的关键时刻</a:t>
            </a:r>
            <a:endParaRPr lang="en-US" sz="2200" dirty="0"/>
          </a:p>
        </p:txBody>
      </p:sp>
      <p:pic>
        <p:nvPicPr>
          <p:cNvPr id="5" name="Image 0" descr="/Users/oopslink/works/codes/oopslink/ai-sports-coach/output/tennis/annotated/frame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201168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2011680" cy="3017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Frame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</a:rPr>
              <a:t>引拍时机好，初期准备到位</a:t>
            </a:r>
            <a:endParaRPr lang="en-US" sz="1050" dirty="0"/>
          </a:p>
        </p:txBody>
      </p:sp>
      <p:pic>
        <p:nvPicPr>
          <p:cNvPr id="9" name="Image 1" descr="/Users/oopslink/works/codes/oopslink/ai-sports-coach/output/tennis/annotated/frame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005840"/>
            <a:ext cx="201168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50592" y="1005840"/>
            <a:ext cx="2011680" cy="3017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23744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Frame 02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50592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</a:rPr>
              <a:t>平衡感强，重心稳定</a:t>
            </a:r>
            <a:endParaRPr lang="en-US" sz="1050" dirty="0"/>
          </a:p>
        </p:txBody>
      </p:sp>
      <p:pic>
        <p:nvPicPr>
          <p:cNvPr id="13" name="Image 2" descr="/Users/oopslink/works/codes/oopslink/ai-sports-coach/output/tennis/annotated/frame_00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005840"/>
            <a:ext cx="2011680" cy="30175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26864" y="1005840"/>
            <a:ext cx="2011680" cy="3017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00016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Frame 08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26864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</a:rPr>
              <a:t>击球后主动复位意识良好</a:t>
            </a:r>
            <a:endParaRPr lang="en-US" sz="1050" dirty="0"/>
          </a:p>
        </p:txBody>
      </p:sp>
      <p:pic>
        <p:nvPicPr>
          <p:cNvPr id="17" name="Image 3" descr="/Users/oopslink/works/codes/oopslink/ai-sports-coach/output/tennis/annotated/frame_01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1005840"/>
            <a:ext cx="2011680" cy="30175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03136" y="1005840"/>
            <a:ext cx="2011680" cy="3017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876288" y="10058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Frame 10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03136" y="4096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</a:rPr>
              <a:t>备战姿态稳定，节奏感好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A2D"/>
                </a:solidFill>
              </a:rPr>
              <a:t>✅ 引拍时机与平衡感构成扎实基础——将这种稳定性延伸至击球全链路是下阶段核心目标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全部问题汇总对照表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问题类型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问题部位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描述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优先级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引拍过晚  LATE BACKSWING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身体重心 / 前脚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回摆迟缓导致步法被动，节奏被打乱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击球点错误  WRONG CONTACT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持拍手 / 拍面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接触点偏后偏内，手臂未充分伸展，力量损失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随挥不足  NO FOLLOW-THRU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持拍手 / 前臂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击球后拍子过早停止，上旋旋转量不稳定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32F2F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A000"/>
                          </a:solidFill>
                        </a:rPr>
                        <a:t>站姿错误  WRONG STANCE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前脚 / 身体重心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击球后未回中位，覆盖角度受限，被动应招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A000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343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优先级「高」= 直接影响击球质量和比赛稳定性，建议立即针对性训练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专项训练改进计划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66928" cy="804672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21040" y="1033272"/>
            <a:ext cx="502920" cy="2560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033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59168" y="1033272"/>
            <a:ext cx="11887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88C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033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2D"/>
                </a:solidFill>
              </a:rPr>
              <a:t>引拍时机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1005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Shadow Swing + 快节奏喂球训练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344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无球模拟来球判断→引拍完整流程，建立「对方击球即引拍」的条件反射；结合教练快节奏喂球，要求球弹起前完成引拍，专注时机而非力量。　【每次训练开始热身 15 分钟，持续 3 周】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5623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56232"/>
            <a:ext cx="566928" cy="804672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21040" y="1929384"/>
            <a:ext cx="502920" cy="2560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29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59168" y="1929384"/>
            <a:ext cx="11887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88C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1929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2D"/>
                </a:solidFill>
              </a:rPr>
              <a:t>击球点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19019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定点击球桩 + 低速喂球定位练习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将网球固定在特定位置反复击打，建立身体前方一臂处接触球的肌肉记忆；配合低速喂球定点正手，教练确认每球接触点位置。　【每次训练 100 次固定点击球，持续 2 周】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52344"/>
            <a:ext cx="566928" cy="804672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52344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03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2825496"/>
            <a:ext cx="502920" cy="2560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825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9168" y="2825496"/>
            <a:ext cx="11887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88C8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2825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2D"/>
                </a:solidFill>
              </a:rPr>
              <a:t>随挥完整性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2688" y="27980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慢速随挥专项 + 随挥-复位连贯训练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31363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降低击球速度，专注每次击球随挥到肩颈位置，逐步提速；完成随挥后立即 shuffle step 复位至底线中位，将随挥与复位做成连贯动作。　【每次训练 30 球慢速随挥，逐步加速】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48456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48456"/>
            <a:ext cx="566928" cy="804672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48456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04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21040" y="3721608"/>
            <a:ext cx="502920" cy="25603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721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59168" y="3721608"/>
            <a:ext cx="11887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88C8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2D"/>
                </a:solidFill>
              </a:rPr>
              <a:t>击球后复位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2688" y="36941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击球-复位连续训练 + 五点跑步法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4032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每次击球后立刻做 shuffle step 复位至中位，等待下一球喂入，强化条件反射；五点跑步法训练底线快速移动，提升中位覆盖意识和启动速度。　【每次训练综合练习段，每组 20 球】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6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opslink/works/codes/oopslink/ai-sports-coach/output/tennis/annotated/frame_002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2D">
              <a:alpha val="85000"/>
            </a:srgbClr>
          </a:solidFill>
          <a:ln w="12700">
            <a:solidFill>
              <a:srgbClr val="2D6A2D">
                <a:alpha val="8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教练综合总结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217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技术评估结论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261872"/>
            <a:ext cx="32004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34A"/>
                </a:solidFill>
              </a:rPr>
              <a:t>✅ 核心亮点  </a:t>
            </a:r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</a:rPr>
              <a:t>引拍时机合理，重心平衡感出色，击球后有主动复位意识，基本功扎实。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</a:rPr>
              <a:t>❌ 首要问题  </a:t>
            </a:r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</a:rPr>
              <a:t>击球链三环节（引拍→接触点→随挥）均有缺失，需系统性重建正手动作路径。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⚠ 改进重点  </a:t>
            </a:r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</a:rPr>
              <a:t>慢速+大量重复重塑肌肉记忆，4-6 周专项训练后击球质量可显著提升。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E6C9"/>
                </a:solidFill>
              </a:rPr>
              <a:t>→ 总体评价  </a:t>
            </a:r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</a:rPr>
              <a:t>潜力中上，步法战术意识已具备基础，技术链完整化后有望快速提升至 8.5/10。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1371600"/>
            <a:ext cx="1188720" cy="118872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14173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680960" y="2029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/10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Sports Coach · 网球技术分析 · 2026-03-19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网球教练技术分析报告</dc:title>
  <dc:subject>PptxGenJS Presentation</dc:subject>
  <dc:creator>PptxGenJS</dc:creator>
  <cp:lastModifiedBy>PptxGenJS</cp:lastModifiedBy>
  <cp:revision>1</cp:revision>
  <dcterms:created xsi:type="dcterms:W3CDTF">2026-03-19T13:24:43Z</dcterms:created>
  <dcterms:modified xsi:type="dcterms:W3CDTF">2026-03-19T13:24:43Z</dcterms:modified>
</cp:coreProperties>
</file>